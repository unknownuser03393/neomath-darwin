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ALIBABA CLOUD  ·  AI少年 VIBE CODING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学伴 /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NeoMath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debugger for mathematical reasoning.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0"/>
            <a:ext cx="3108960" cy="1645920"/>
          </a:xfrm>
          <a:prstGeom prst="rect">
            <a:avLst/>
          </a:prstGeom>
          <a:solidFill>
            <a:srgbClr val="F2F0E9"/>
          </a:solidFill>
          <a:ln/>
        </p:spPr>
        <p:txBody>
          <a:bodyPr wrap="square" lIns="127000" tIns="203200" rIns="203200" bIns="1270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x(x − 1) = 0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 divide by 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− 1 = 0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lost: x = 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1463040"/>
            <a:ext cx="0" cy="201168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于东海  ·  南京外国语学校  ·  Windows 10/11 x64  ·  Python + C++20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still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math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hand?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0" y="822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LaTeX errors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algebraic slips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 roots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extraneous roots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mistakes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verification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全球大量理工科学生、研究者和工程师，仍在把最昂贵的资源——人的注意力——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浪费在机械验证上。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LOST ROOT</a:t>
            </a:r>
            <a:pPr indent="0" marL="0">
              <a:buNone/>
            </a:pPr>
            <a:r>
              <a:rPr lang="en-US" sz="9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02 / EXTRANEOUS ROOT</a:t>
            </a:r>
            <a:pPr indent="0" marL="0">
              <a:buNone/>
            </a:pPr>
            <a:r>
              <a:rPr lang="en-US" sz="9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03 / DOMAIN EXPANSION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NeoMath wants that time back.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loses time to this?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transformations through practice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silent mistakes that go undetected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9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evidence, not red crosses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548640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6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derivations  ·  locate the first invalid step  ·  explain why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611880"/>
            <a:ext cx="548640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6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learners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immediate feedback  ·  need deterministic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面向中学生的一元代数推导调试器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NeoMath puts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under a debugger.</a:t>
            </a:r>
            <a:endParaRPr lang="en-US" sz="3000" dirty="0"/>
          </a:p>
        </p:txBody>
      </p:sp>
      <p:pic>
        <p:nvPicPr>
          <p:cNvPr id="6" name="Image 0" descr="/tmp/neomath-ui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548640"/>
            <a:ext cx="4389120" cy="29260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4864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逐行写推导，C++ 精确验证每一步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Probe 用具体值证明差异，而不是只给红叉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离线完整运行，不依赖网络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9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不是拍照搜题，也不是标准答案生成器。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84632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写下推导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0" cy="73152"/>
          </a:xfrm>
          <a:prstGeom prst="line">
            <a:avLst/>
          </a:prstGeom>
          <a:noFill/>
          <a:ln w="5080">
            <a:solidFill>
              <a:srgbClr val="D4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24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4632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补全操作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81912"/>
            <a:ext cx="0" cy="73152"/>
          </a:xfrm>
          <a:prstGeom prst="line">
            <a:avLst/>
          </a:prstGeom>
          <a:noFill/>
          <a:ln w="5080">
            <a:solidFill>
              <a:srgbClr val="D4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55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46320" y="1700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运行语义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12264"/>
            <a:ext cx="0" cy="73152"/>
          </a:xfrm>
          <a:prstGeom prst="line">
            <a:avLst/>
          </a:prstGeom>
          <a:noFill/>
          <a:ln w="5080">
            <a:solidFill>
              <a:srgbClr val="D4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854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22311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定位分叉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0" cy="73152"/>
          </a:xfrm>
          <a:prstGeom prst="line">
            <a:avLst/>
          </a:prstGeom>
          <a:noFill/>
          <a:ln w="5080">
            <a:solidFill>
              <a:srgbClr val="D4D1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157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解释原因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0" cy="73152"/>
          </a:xfrm>
          <a:prstGeom prst="line">
            <a:avLst/>
          </a:prstGeom>
          <a:noFill/>
          <a:ln w="5080">
            <a:solidFill>
              <a:srgbClr val="D4D1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修正步骤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0" cy="73152"/>
          </a:xfrm>
          <a:prstGeom prst="line">
            <a:avLst/>
          </a:prstGeom>
          <a:noFill/>
          <a:ln w="5080">
            <a:solidFill>
              <a:srgbClr val="D4D1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76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84632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重新检查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推导 = Program</a:t>
            </a:r>
            <a:pPr indent="0" marL="0">
              <a:buNone/>
            </a:pPr>
            <a:r>
              <a:rPr lang="en-US" sz="10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语义分歧 = Bug</a:t>
            </a:r>
            <a:pPr indent="0" marL="0">
              <a:buNone/>
            </a:pPr>
            <a:r>
              <a:rPr lang="en-US" sz="10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反例 = Debug trace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 is not in a line.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lives between two lines.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x(x − 1) = 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divide by 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− 1 = 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3657600" cy="0"/>
          </a:xfrm>
          <a:prstGeom prst="line">
            <a:avLst/>
          </a:prstGeom>
          <a:noFill/>
          <a:ln w="6350">
            <a:solidFill>
              <a:srgbClr val="C65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检验值  x = 0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0(0 − 1) = 0  ✓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上一步成立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0 − 1 = 0  ✗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这一步不成立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8288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结论：丢失了解 x = 0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证明发生了什么，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但不武断猜测学生执行了哪个动作。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COMPLETION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语义补全只推荐 C++ 能验证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并签发证书的操作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::expr  x² − 4 =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− 2)(x + 2) =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  factor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11480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9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Difference of Squares</a:t>
            </a:r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9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展开目标 = 规范化源式</a:t>
            </a:r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9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Verified · ExactExpansion</a:t>
            </a:r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9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{−2, 2} 保持不变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Space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风险：safe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</a:t>
            </a:r>
            <a:endParaRPr lang="en-US" sz="900" dirty="0"/>
          </a:p>
        </p:txBody>
      </p:sp>
      <p:pic>
        <p:nvPicPr>
          <p:cNvPr id="5" name="Image 0" descr="/tmp/neomath-ui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6400800" cy="379476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04088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execution</a:t>
            </a:r>
            <a:pPr indent="0" marL="0">
              <a:lnSpc>
                <a:spcPct val="180000"/>
              </a:lnSpc>
              <a:buNone/>
            </a:pP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fault</a:t>
            </a: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witness</a:t>
            </a: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transform</a:t>
            </a: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incremental replay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04088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first divergent state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04088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witness: x = 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should have semantics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has pixels.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28600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词法/语法分析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874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语义降低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2585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0" y="2414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依赖图 + 增量失效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26426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86000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798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断言验证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30266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600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构建 + 编号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34107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860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运行器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8600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知识卡片注册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4178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86000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4334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 → 增量重编译 → patch</a:t>
            </a:r>
            <a:endParaRPr lang="en-US" sz="900" dirty="0"/>
          </a:p>
        </p:txBody>
      </p:sp>
      <p:pic>
        <p:nvPicPr>
          <p:cNvPr id="29" name="Image 0" descr="/tmp/neomath-xdlt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2103120" cy="1417320"/>
          </a:xfrm>
          <a:prstGeom prst="rect">
            <a:avLst/>
          </a:prstGeom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/ TypeScript / KaTeX</a:t>
            </a:r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HTTP :8765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orchestration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XDLT / pywebview / LLM interface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pybind11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C++20 MathCore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9144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rational arithmetic</a:t>
            </a:r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recursive-descent parser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polynomial solver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set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truth.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5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owns this layer.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3A3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值语义优先  ·  无裸拥有指针  ·  精确判断不用浮点  ·  超限返回 Unverified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B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COARSE-GRAINED BOUNDARY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pybind11 边界按业务操作设计，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而不是按 AST 节点设计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parse_document(source)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run_trace(document)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15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replay(document, changed_step)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get_completions(document, step)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execute_transformation(document, step, intent)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evaluate_probe(document, probe)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9202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参数在持有 GIL 时校验</a:t>
            </a:r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计算阶段释放 GIL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返回前重新获取 GIL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异常映射为结构化错误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不暴露指针或可变 AST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6350">
            <a:solidFill>
              <a:srgbClr val="3A3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一次调用完成一件事。数学状态可直接 JSON 序列化。运行时不需要 Node.js。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helps.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does not arbitrate.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Qoder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implementation</a:t>
            </a:r>
            <a:pPr indent="0" marL="0">
              <a:lnSpc>
                <a:spcPct val="160000"/>
              </a:lnSpc>
              <a:buNone/>
            </a:pP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iteration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assistance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1737360"/>
            <a:ext cx="0" cy="164592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百炼 / Qwen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verified results</a:t>
            </a:r>
            <a:pPr indent="0" marL="0">
              <a:lnSpc>
                <a:spcPct val="160000"/>
              </a:lnSpc>
              <a:buNone/>
            </a:pP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 language → intent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transformation suggestions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graceful degradation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truth never comes from the LLM.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 unavailable?  Core verification still works.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 → Schema → Allowlist → C++ Executor → Certificate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AI.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delegated to AI.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6459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boundaries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model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parser / VM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2423160"/>
            <a:ext cx="16459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MathCore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XDLT compiler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pybind11 bindings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AI-assisted iteration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16459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Qoder / frontend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2423160"/>
            <a:ext cx="16459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differential cases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258+ automated tests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mismatch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 → Candidates → Domain → Substitute → Accept</a:t>
            </a:r>
            <a:pPr indent="0" marL="0">
              <a:lnSpc>
                <a:spcPct val="160000"/>
              </a:lnSpc>
              <a:buNone/>
            </a:pP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A09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Unverified / Unsupported 明确分开；无法证明时不猜。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SymPy differential cases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5486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0.3 ms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20-step trace P95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0.006 ms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单行解析 P95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pybind11 边界占比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258+</a:t>
            </a:r>
            <a:pPr indent="0" marL="0">
              <a:buNone/>
            </a:pPr>
            <a:r>
              <a:rPr lang="en-US" sz="11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automated tests</a:t>
            </a:r>
            <a:pPr indent="0" marL="0">
              <a:buNone/>
            </a:pPr>
            <a:r>
              <a:rPr lang="en-US" sz="1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10</a:t>
            </a:r>
            <a:pPr indent="0" marL="0">
              <a:buNone/>
            </a:pPr>
            <a:r>
              <a:rPr lang="en-US" sz="11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C++ Catch2</a:t>
            </a:r>
            <a:pPr indent="0" marL="0">
              <a:buNone/>
            </a:pPr>
            <a:r>
              <a:rPr lang="en-US" sz="18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30</a:t>
            </a:r>
            <a:pPr indent="0" marL="0">
              <a:buNone/>
            </a:pPr>
            <a:r>
              <a:rPr lang="en-US" sz="1100" dirty="0">
                <a:solidFill>
                  <a:srgbClr val="6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Python/Integration/Golden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不伪造通过：所有数字来自本机实际执行报告。随机系数范围 −10…10，Seed 20260724。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丢根 </a:t>
            </a:r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x(x−1)=0 → x−1=0 Probe x=0</a:t>
            </a:r>
            <a:pPr indent="0" marL="0">
              <a:buNone/>
            </a:pPr>
            <a:r>
              <a:rPr lang="en-US" sz="9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02 增根 </a:t>
            </a:r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√x=x−2 → 平方 Probe x=1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定义域 </a:t>
            </a:r>
            <a:pPr indent="0" marL="0"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(x−1)/(x−1)=1 Probe x=1</a:t>
            </a:r>
            <a:pPr indent="0" marL="0">
              <a:buNone/>
            </a:pPr>
            <a:r>
              <a:rPr lang="en-US" sz="9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04 补全 </a:t>
            </a:r>
            <a:pPr indent="0" marL="0">
              <a:buNone/>
            </a:pPr>
            <a:r>
              <a:rPr lang="en-US" sz="900" dirty="0">
                <a:solidFill>
                  <a:srgbClr val="5A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x²−4 → (x−2)(x+2) Verified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derivation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program.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solution set + domain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divergence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5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bug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counterexample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witness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incremental semantics</a:t>
            </a:r>
            <a:pPr indent="0" marL="0">
              <a:lnSpc>
                <a:spcPct val="180000"/>
              </a:lnSpc>
              <a:buNone/>
            </a:pP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XDLT .hw compiler</a:t>
            </a: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MathCore</a:t>
            </a: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rational arithmetic</a:t>
            </a: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endParaRPr lang="en-US" sz="9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E6B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coarse-grained pybind11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NEOMATH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survived contact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useful at the edge,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at the source of truth.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331720"/>
            <a:ext cx="457200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matters when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layers fail differently.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3081528"/>
            <a:ext cx="457200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36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2369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counterexample teaches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red cross.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3831336"/>
            <a:ext cx="457200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86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5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9867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earned through tests.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/</a:t>
            </a:r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higher-degree equations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multivariable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classroom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geometry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debugging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by hand.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288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NeoMath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debugger for mathematical reasoning.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6350">
            <a:solidFill>
              <a:srgbClr val="D4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于东海  ·  南京外国语学校  ·  AI少年 Vibe Coding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2026-08-08T16:42:52Z</dcterms:created>
  <dcterms:modified xsi:type="dcterms:W3CDTF">2026-08-08T16:42:52Z</dcterms:modified>
</cp:coreProperties>
</file>